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b517290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9b51729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b517290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b517290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b517290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b517290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9b517290b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9b517290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9b517290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9b517290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Incident Ingestion &amp; Notification System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Incident Processing &amp; Notification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Workflow Design 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71050" y="1613400"/>
            <a:ext cx="7655400" cy="3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 → Step 2 → Step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1: Ingest Incident Data  Collect incidents from RSS feeds, APIs, or monitoring tools  Store raw incident payload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2: Validate &amp; Enrich Data  Validate required fields (id, title, timestamp)  Enrich with severity, category, and source metadata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Step 3: Store &amp; Notify  Save processed incident to database  Send notification to predefined channels (email/Slack)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Agent-Based Redesign (Dynamic Decisions)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6297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agent has a goal, evaluates the situation, and decides which tools to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Agent Reasoning (LLM Thinking)  The agent evaluates:  Incident severity, Source reliability,  Business impact and  Urgency of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Agent Tools:   validate_data_tool, severity_classifier,  enrichment_api,  send_email,  send_slack,  escalation_service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 Agent Behavior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7501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</a:t>
            </a:r>
            <a:r>
              <a:rPr lang="en-GB"/>
              <a:t>Critical Incident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Use validate_data_tool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Use enrichment_api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Use escalation_service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Send Slack + Email alert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2. Low-Priority Incident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Validate basic fields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 Store incident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Add to daily summary email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579900" y="3405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Difference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1297500" y="946475"/>
            <a:ext cx="70389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Workflow: Always do Step 1 → Step 2 → Step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Agent: Given this situation, I’ll choose the right tools and 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>
            <p:ph type="title"/>
          </p:nvPr>
        </p:nvSpPr>
        <p:spPr>
          <a:xfrm>
            <a:off x="579900" y="2139750"/>
            <a:ext cx="45495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Use Each</a:t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1297500" y="2810325"/>
            <a:ext cx="70389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Workflow when:  Steps never change  Compliance and predictability matter  Errors must be deterministic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Use Agent when:  Inputs vary frequently  Decisions depend on context  Human-like judgment is needed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7" title="Screenshot 2026-01-22 at 1.28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412036" y="-6691875"/>
            <a:ext cx="80989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title="Screenshot 2026-01-22 at 1.29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400" y="205999"/>
            <a:ext cx="7227095" cy="4731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